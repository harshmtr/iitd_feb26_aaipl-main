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>
        <p:scale>
          <a:sx n="84" d="100"/>
          <a:sy n="84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9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7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11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7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3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2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35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3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86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10614-0840-4CCE-892E-60950D1BF67C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9F514-A112-4409-968D-82BBD0612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6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2361" cy="685800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-2369427" y="1146287"/>
            <a:ext cx="9144000" cy="103769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TRACK ONE </a:t>
            </a:r>
            <a:b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</a:br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Team 40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-1614311" y="2968769"/>
            <a:ext cx="9144000" cy="3104444"/>
          </a:xfrm>
        </p:spPr>
        <p:txBody>
          <a:bodyPr>
            <a:normAutofit/>
          </a:bodyPr>
          <a:lstStyle/>
          <a:p>
            <a:r>
              <a:rPr lang="en-US" sz="3200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TEAM MEMBERS NAME – </a:t>
            </a:r>
          </a:p>
          <a:p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PIYUSH PRAKASH       </a:t>
            </a:r>
          </a:p>
          <a:p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HARSH CHAUDHARY</a:t>
            </a:r>
          </a:p>
          <a:p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SHRIKANT </a:t>
            </a:r>
          </a:p>
          <a:p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</a:rPr>
              <a:t>KAUSHAL KUSHWAHA</a:t>
            </a:r>
          </a:p>
          <a:p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28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593" y="21166"/>
            <a:ext cx="12292361" cy="6965244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Problem Statement &amp; solution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                     Problem: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2"/>
          </p:nvPr>
        </p:nvSpPr>
        <p:spPr>
          <a:xfrm>
            <a:off x="507207" y="2595386"/>
            <a:ext cx="5157787" cy="3684588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Manual  question creation is slow and time consuming.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Answer checking requires significant human effort.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Large scale evaluation is difficult to manage.</a:t>
            </a: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   There is a lack of intelligent automation in the system.           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                       solutions: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We designed an AI-powered automatic Question and Answer system.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creates and solves logic-based puzzle questions.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system operates independently without any human support.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It delivers quick and precise evaluation results.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797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361" y="0"/>
            <a:ext cx="12292361" cy="6858000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System Workflow: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The user submits a topic to the system.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Question Agent generates a puzzle based on the given topic.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Answer Agent analyzes the generated question.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correct answer is determined.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system evaluates and validates the </a:t>
            </a:r>
            <a:r>
              <a:rPr lang="en-US" dirty="0" err="1" smtClean="0">
                <a:solidFill>
                  <a:schemeClr val="bg1"/>
                </a:solidFill>
              </a:rPr>
              <a:t>result.c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913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2361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Implementation: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The Question Agent (</a:t>
            </a:r>
            <a:r>
              <a:rPr lang="en-US" dirty="0" err="1" smtClean="0">
                <a:solidFill>
                  <a:schemeClr val="bg1"/>
                </a:solidFill>
              </a:rPr>
              <a:t>unsloth</a:t>
            </a:r>
            <a:r>
              <a:rPr lang="en-US" dirty="0" smtClean="0">
                <a:solidFill>
                  <a:schemeClr val="bg1"/>
                </a:solidFill>
              </a:rPr>
              <a:t>/Qwen2-7B) is responsible for generating questions based on the given topic.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Answer Agent (</a:t>
            </a:r>
            <a:r>
              <a:rPr lang="en-US" dirty="0" err="1" smtClean="0">
                <a:solidFill>
                  <a:schemeClr val="bg1"/>
                </a:solidFill>
              </a:rPr>
              <a:t>unsloth</a:t>
            </a:r>
            <a:r>
              <a:rPr lang="en-US" dirty="0" smtClean="0">
                <a:solidFill>
                  <a:schemeClr val="bg1"/>
                </a:solidFill>
              </a:rPr>
              <a:t> lama-3.1) analyzes the generated question and produces the correct answer.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interactions follow the required JSON format to ensure structured data exchange between agents.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system utilizes the </a:t>
            </a:r>
            <a:r>
              <a:rPr lang="en-US" dirty="0" err="1" smtClean="0">
                <a:solidFill>
                  <a:schemeClr val="bg1"/>
                </a:solidFill>
              </a:rPr>
              <a:t>Qwen</a:t>
            </a:r>
            <a:r>
              <a:rPr lang="en-US" dirty="0" smtClean="0">
                <a:solidFill>
                  <a:schemeClr val="bg1"/>
                </a:solidFill>
              </a:rPr>
              <a:t> 3-4B AI model for question generation and answer processing.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complete system has been thoroughly tested and optimized for performance and accuracy.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661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2361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-790223" y="-383823"/>
            <a:ext cx="9144000" cy="23876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Impact &amp; Benefits:</a:t>
            </a:r>
            <a:br>
              <a:rPr lang="en-US" dirty="0" smtClean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70933" y="2387600"/>
            <a:ext cx="10001956" cy="2629429"/>
          </a:xfrm>
        </p:spPr>
        <p:txBody>
          <a:bodyPr>
            <a:normAutofit fontScale="3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9600" dirty="0" smtClean="0">
                <a:solidFill>
                  <a:schemeClr val="bg1"/>
                </a:solidFill>
              </a:rPr>
              <a:t>Reduces manual workload through intelligent automation.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9600" dirty="0" smtClean="0">
                <a:solidFill>
                  <a:schemeClr val="bg1"/>
                </a:solidFill>
              </a:rPr>
              <a:t>Saves time and operational resources.                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9600" dirty="0" smtClean="0">
                <a:solidFill>
                  <a:schemeClr val="bg1"/>
                </a:solidFill>
              </a:rPr>
              <a:t>Enhances evaluation accuracy and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9600" dirty="0" smtClean="0">
                <a:solidFill>
                  <a:schemeClr val="bg1"/>
                </a:solidFill>
              </a:rPr>
              <a:t>Supports scalable and large-scale learning environments.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9600" dirty="0" smtClean="0">
                <a:solidFill>
                  <a:schemeClr val="bg1"/>
                </a:solidFill>
              </a:rPr>
              <a:t>Complies with the standards of Advanced Micro Devices (AMD) challenge requirements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19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2361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Learning &amp; Conclusion 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Successfully completed AMD AI task.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Gained practical AI development experience.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Improved teamwork and coding skills.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Learned project management.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Thank you for this opportunity.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725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295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TRACK ONE  Team 40</vt:lpstr>
      <vt:lpstr>Problem Statement &amp; solution</vt:lpstr>
      <vt:lpstr>System Workflow:</vt:lpstr>
      <vt:lpstr>Implementation:</vt:lpstr>
      <vt:lpstr>Impact &amp; Benefits: </vt:lpstr>
      <vt:lpstr>Learning &amp; Conclusion 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40</dc:title>
  <dc:creator>DELL</dc:creator>
  <cp:lastModifiedBy>DELL</cp:lastModifiedBy>
  <cp:revision>13</cp:revision>
  <dcterms:created xsi:type="dcterms:W3CDTF">2026-02-15T06:49:08Z</dcterms:created>
  <dcterms:modified xsi:type="dcterms:W3CDTF">2026-02-15T09:14:02Z</dcterms:modified>
</cp:coreProperties>
</file>